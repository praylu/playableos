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82" r:id="rId3"/>
    <p:sldId id="284" r:id="rId5"/>
  </p:sldIdLst>
  <p:sldSz cx="12192000" cy="6858000"/>
  <p:notesSz cx="7103745" cy="10234295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90" userDrawn="1">
          <p15:clr>
            <a:srgbClr val="A4A3A4"/>
          </p15:clr>
        </p15:guide>
        <p15:guide id="4" pos="12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作者" initials="作" lastIdx="1" clrIdx="1"/>
  <p:cmAuthor id="3" name="pengbo" initials="p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3C0B"/>
    <a:srgbClr val="C18222"/>
    <a:srgbClr val="AA4B1E"/>
    <a:srgbClr val="D49026"/>
    <a:srgbClr val="FFFFFF"/>
    <a:srgbClr val="80410B"/>
    <a:srgbClr val="6F2A0E"/>
    <a:srgbClr val="BA1806"/>
    <a:srgbClr val="BA1706"/>
    <a:srgbClr val="EE4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3" autoAdjust="0"/>
    <p:restoredTop sz="86382"/>
  </p:normalViewPr>
  <p:slideViewPr>
    <p:cSldViewPr snapToGrid="0" showGuides="1">
      <p:cViewPr>
        <p:scale>
          <a:sx n="81" d="100"/>
          <a:sy n="81" d="100"/>
        </p:scale>
        <p:origin x="1872" y="808"/>
      </p:cViewPr>
      <p:guideLst>
        <p:guide orient="horz" pos="2240"/>
        <p:guide pos="3840"/>
        <p:guide orient="horz" pos="290"/>
        <p:guide pos="12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3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41070" y="970280"/>
          <a:ext cx="10309860" cy="5529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4930"/>
                <a:gridCol w="5154930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 b="0">
                        <a:effectLst>
                          <a:outerShdw blurRad="50800" dist="50800" dir="5400000" algn="t" rotWithShape="0">
                            <a:schemeClr val="accent2">
                              <a:lumMod val="50000"/>
                              <a:alpha val="75000"/>
                            </a:schemeClr>
                          </a:outerShdw>
                        </a:effectLst>
                        <a:latin typeface="方正大黑简体" panose="02000000000000000000" charset="-122"/>
                        <a:ea typeface="方正大黑简体" panose="02000000000000000000" charset="-122"/>
                        <a:cs typeface="方正大黑简体" panose="020000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822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 b="0">
                        <a:effectLst>
                          <a:outerShdw blurRad="50800" dist="50800" dir="5400000" algn="t" rotWithShape="0">
                            <a:schemeClr val="accent2">
                              <a:lumMod val="50000"/>
                              <a:alpha val="75000"/>
                            </a:schemeClr>
                          </a:outerShdw>
                        </a:effectLst>
                        <a:latin typeface="方正大黑简体" panose="02000000000000000000" charset="-122"/>
                        <a:ea typeface="方正大黑简体" panose="02000000000000000000" charset="-122"/>
                        <a:cs typeface="方正大黑简体" panose="02000000000000000000" charset="-122"/>
                      </a:endParaRPr>
                    </a:p>
                  </a:txBody>
                  <a:tcPr anchor="ctr">
                    <a:lnL w="28575">
                      <a:solidFill>
                        <a:srgbClr val="C1822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8222"/>
                    </a:solidFill>
                  </a:tcPr>
                </a:tc>
              </a:tr>
              <a:tr h="150876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800">
                        <a:solidFill>
                          <a:srgbClr val="843C0B"/>
                        </a:solidFill>
                        <a:latin typeface="方正黑体简体" panose="02000000000000000000" charset="-122"/>
                        <a:ea typeface="方正黑体简体" panose="02000000000000000000" charset="-122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FDE6C8"/>
                        </a:gs>
                        <a:gs pos="1600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sz="1800">
                        <a:solidFill>
                          <a:srgbClr val="843C0B"/>
                        </a:solidFill>
                        <a:latin typeface="方正大黑简体" panose="02000000000000000000" charset="-122"/>
                        <a:ea typeface="方正大黑简体" panose="02000000000000000000" charset="-122"/>
                        <a:cs typeface="方正大黑简体" panose="02000000000000000000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zh-CN" sz="1800">
                        <a:solidFill>
                          <a:srgbClr val="843C0B"/>
                        </a:solidFill>
                        <a:latin typeface="方正大黑简体" panose="02000000000000000000" charset="-122"/>
                        <a:ea typeface="方正大黑简体" panose="02000000000000000000" charset="-122"/>
                        <a:cs typeface="方正大黑简体" panose="02000000000000000000" charset="-122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zh-CN" altLang="en-US" sz="2000">
                        <a:solidFill>
                          <a:srgbClr val="843C0B"/>
                        </a:solidFill>
                        <a:latin typeface="方正黑体简体" panose="02000000000000000000" charset="-122"/>
                        <a:ea typeface="方正黑体简体" panose="02000000000000000000" charset="-122"/>
                        <a:cs typeface="方正黑体简体" panose="02000000000000000000" charset="-122"/>
                        <a:sym typeface="+mn-ea"/>
                      </a:endParaRPr>
                    </a:p>
                  </a:txBody>
                  <a:tcPr>
                    <a:lnL w="28575">
                      <a:solidFill>
                        <a:srgbClr val="C1822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FDE6C8"/>
                        </a:gs>
                        <a:gs pos="1600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</a:tcPr>
                </a:tc>
              </a:tr>
              <a:tr h="42418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800" b="0">
                        <a:solidFill>
                          <a:schemeClr val="lt1"/>
                        </a:solidFill>
                        <a:effectLst>
                          <a:outerShdw blurRad="50800" dist="50800" dir="5400000" algn="t" rotWithShape="0">
                            <a:schemeClr val="accent2">
                              <a:lumMod val="50000"/>
                              <a:alpha val="75000"/>
                            </a:schemeClr>
                          </a:outerShdw>
                        </a:effectLst>
                        <a:latin typeface="方正大黑简体" panose="02000000000000000000" charset="-122"/>
                        <a:ea typeface="方正大黑简体" panose="02000000000000000000" charset="-122"/>
                        <a:cs typeface="方正大黑简体" panose="020000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8222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2800" b="0">
                        <a:solidFill>
                          <a:schemeClr val="lt1"/>
                        </a:solidFill>
                        <a:effectLst>
                          <a:outerShdw blurRad="50800" dist="50800" dir="5400000" algn="t" rotWithShape="0">
                            <a:schemeClr val="accent2">
                              <a:lumMod val="50000"/>
                              <a:alpha val="75000"/>
                            </a:schemeClr>
                          </a:outerShdw>
                        </a:effectLst>
                        <a:latin typeface="方正大黑简体" panose="02000000000000000000" charset="-122"/>
                        <a:ea typeface="方正大黑简体" panose="02000000000000000000" charset="-122"/>
                        <a:cs typeface="方正大黑简体" panose="02000000000000000000" charset="-122"/>
                      </a:endParaRPr>
                    </a:p>
                  </a:txBody>
                  <a:tcPr anchor="ctr">
                    <a:lnL w="28575">
                      <a:solidFill>
                        <a:srgbClr val="C1822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8222"/>
                    </a:solidFill>
                  </a:tcPr>
                </a:tc>
              </a:tr>
              <a:tr h="298450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zh-CN" altLang="en-US" sz="1800" b="1">
                        <a:solidFill>
                          <a:srgbClr val="843C0B"/>
                        </a:solidFill>
                        <a:latin typeface="方正黑体简体" panose="02000000000000000000" charset="-122"/>
                        <a:ea typeface="方正黑体简体" panose="02000000000000000000" charset="-122"/>
                        <a:cs typeface="方正黑体简体" panose="02000000000000000000" charset="-122"/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FDEBD2">
                            <a:alpha val="100000"/>
                          </a:srgbClr>
                        </a:gs>
                        <a:gs pos="16000">
                          <a:srgbClr val="FFFFFF"/>
                        </a:gs>
                        <a:gs pos="100000">
                          <a:srgbClr val="FFFFFF">
                            <a:alpha val="64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lang="zh-CN" altLang="en-US" sz="1800">
                        <a:solidFill>
                          <a:srgbClr val="843C0B"/>
                        </a:solidFill>
                        <a:latin typeface="方正黑体简体" panose="02000000000000000000" charset="-122"/>
                        <a:ea typeface="方正黑体简体" panose="02000000000000000000" charset="-122"/>
                        <a:cs typeface="方正黑体简体" panose="02000000000000000000" charset="-122"/>
                        <a:sym typeface="+mn-ea"/>
                      </a:endParaRPr>
                    </a:p>
                  </a:txBody>
                  <a:tcPr>
                    <a:lnL w="28575">
                      <a:solidFill>
                        <a:srgbClr val="C1822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FDEBD2">
                            <a:alpha val="100000"/>
                          </a:srgbClr>
                        </a:gs>
                        <a:gs pos="16000">
                          <a:srgbClr val="FFFFFF"/>
                        </a:gs>
                        <a:gs pos="100000">
                          <a:srgbClr val="FFFFFF">
                            <a:alpha val="64000"/>
                          </a:srgbClr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5" name="圆角矩形 4"/>
          <p:cNvSpPr/>
          <p:nvPr/>
        </p:nvSpPr>
        <p:spPr>
          <a:xfrm>
            <a:off x="941070" y="970280"/>
            <a:ext cx="10324465" cy="5528945"/>
          </a:xfrm>
          <a:prstGeom prst="roundRect">
            <a:avLst>
              <a:gd name="adj" fmla="val 1091"/>
            </a:avLst>
          </a:prstGeom>
          <a:noFill/>
          <a:ln w="38100" cap="flat" cmpd="sng">
            <a:gradFill>
              <a:gsLst>
                <a:gs pos="0">
                  <a:srgbClr val="C18222"/>
                </a:gs>
                <a:gs pos="100000">
                  <a:srgbClr val="C18222">
                    <a:alpha val="100000"/>
                  </a:srgbClr>
                </a:gs>
              </a:gsLst>
              <a:lin ang="5400000" scaled="0"/>
            </a:gra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438718" y="1001395"/>
            <a:ext cx="2438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effectLst>
                  <a:outerShdw blurRad="50800" dist="50800" dir="5400000" algn="t" rotWithShape="0">
                    <a:schemeClr val="accent2">
                      <a:lumMod val="50000"/>
                      <a:alpha val="75000"/>
                    </a:schemeClr>
                  </a:outerShdw>
                </a:effectLst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  <a:sym typeface="+mn-ea"/>
              </a:rPr>
              <a:t>1. </a:t>
            </a:r>
            <a:r>
              <a:rPr lang="zh-CN" altLang="en-US" sz="2800">
                <a:solidFill>
                  <a:schemeClr val="bg1"/>
                </a:solidFill>
                <a:effectLst>
                  <a:outerShdw blurRad="50800" dist="50800" dir="5400000" algn="t" rotWithShape="0">
                    <a:schemeClr val="accent2">
                      <a:lumMod val="50000"/>
                      <a:alpha val="75000"/>
                    </a:schemeClr>
                  </a:outerShdw>
                </a:effectLst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  <a:sym typeface="+mn-ea"/>
              </a:rPr>
              <a:t>社会需求</a:t>
            </a:r>
            <a:endParaRPr lang="zh-CN" altLang="en-US" sz="2800">
              <a:solidFill>
                <a:schemeClr val="bg1"/>
              </a:solidFill>
              <a:effectLst>
                <a:outerShdw blurRad="50800" dist="50800" dir="5400000" algn="t" rotWithShape="0">
                  <a:schemeClr val="accent2">
                    <a:lumMod val="50000"/>
                    <a:alpha val="75000"/>
                  </a:schemeClr>
                </a:outerShdw>
              </a:effectLst>
              <a:latin typeface="方正大黑简体" panose="02000000000000000000" charset="-122"/>
              <a:ea typeface="方正大黑简体" panose="02000000000000000000" charset="-122"/>
              <a:cs typeface="方正大黑简体" panose="020000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82205" y="986155"/>
            <a:ext cx="2438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bg1"/>
                </a:solidFill>
                <a:effectLst>
                  <a:outerShdw blurRad="50800" dist="50800" dir="5400000" algn="t" rotWithShape="0">
                    <a:schemeClr val="accent2">
                      <a:lumMod val="50000"/>
                      <a:alpha val="75000"/>
                    </a:schemeClr>
                  </a:outerShdw>
                </a:effectLst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  <a:sym typeface="+mn-ea"/>
              </a:rPr>
              <a:t>2. </a:t>
            </a:r>
            <a:r>
              <a:rPr lang="zh-CN" altLang="en-US" sz="2800">
                <a:solidFill>
                  <a:schemeClr val="bg1"/>
                </a:solidFill>
                <a:effectLst>
                  <a:outerShdw blurRad="50800" dist="50800" dir="5400000" algn="t" rotWithShape="0">
                    <a:schemeClr val="accent2">
                      <a:lumMod val="50000"/>
                      <a:alpha val="75000"/>
                    </a:schemeClr>
                  </a:outerShdw>
                </a:effectLst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  <a:sym typeface="+mn-ea"/>
              </a:rPr>
              <a:t>核心能力</a:t>
            </a:r>
            <a:endParaRPr lang="zh-CN" altLang="en-US" sz="2800">
              <a:solidFill>
                <a:schemeClr val="bg1"/>
              </a:solidFill>
              <a:effectLst>
                <a:outerShdw blurRad="50800" dist="50800" dir="5400000" algn="t" rotWithShape="0">
                  <a:schemeClr val="accent2">
                    <a:lumMod val="50000"/>
                    <a:alpha val="75000"/>
                  </a:schemeClr>
                </a:outerShdw>
              </a:effectLst>
              <a:latin typeface="方正大黑简体" panose="02000000000000000000" charset="-122"/>
              <a:ea typeface="方正大黑简体" panose="02000000000000000000" charset="-122"/>
              <a:cs typeface="方正大黑简体" panose="02000000000000000000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38718" y="2995295"/>
            <a:ext cx="2438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effectLst>
                  <a:outerShdw blurRad="50800" dist="50800" dir="5400000" algn="t" rotWithShape="0">
                    <a:schemeClr val="accent2">
                      <a:lumMod val="50000"/>
                      <a:alpha val="75000"/>
                    </a:schemeClr>
                  </a:outerShdw>
                </a:effectLst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  <a:sym typeface="+mn-ea"/>
              </a:rPr>
              <a:t>4. </a:t>
            </a:r>
            <a:r>
              <a:rPr lang="zh-CN" altLang="en-US" sz="2800">
                <a:solidFill>
                  <a:schemeClr val="bg1"/>
                </a:solidFill>
                <a:effectLst>
                  <a:outerShdw blurRad="50800" dist="50800" dir="5400000" algn="t" rotWithShape="0">
                    <a:schemeClr val="accent2">
                      <a:lumMod val="50000"/>
                      <a:alpha val="75000"/>
                    </a:schemeClr>
                  </a:outerShdw>
                </a:effectLst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  <a:sym typeface="+mn-ea"/>
              </a:rPr>
              <a:t>机制保障</a:t>
            </a:r>
            <a:endParaRPr lang="zh-CN" altLang="en-US" sz="2800">
              <a:solidFill>
                <a:schemeClr val="bg1"/>
              </a:solidFill>
              <a:effectLst>
                <a:outerShdw blurRad="50800" dist="50800" dir="5400000" algn="t" rotWithShape="0">
                  <a:schemeClr val="accent2">
                    <a:lumMod val="50000"/>
                    <a:alpha val="75000"/>
                  </a:schemeClr>
                </a:outerShdw>
              </a:effectLst>
              <a:latin typeface="方正大黑简体" panose="02000000000000000000" charset="-122"/>
              <a:ea typeface="方正大黑简体" panose="02000000000000000000" charset="-122"/>
              <a:cs typeface="方正大黑简体" panose="02000000000000000000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75563" y="2995295"/>
            <a:ext cx="2051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solidFill>
                  <a:schemeClr val="bg1"/>
                </a:solidFill>
                <a:effectLst>
                  <a:outerShdw blurRad="50800" dist="50800" dir="5400000" algn="t" rotWithShape="0">
                    <a:schemeClr val="accent2">
                      <a:lumMod val="50000"/>
                      <a:alpha val="75000"/>
                    </a:schemeClr>
                  </a:outerShdw>
                </a:effectLst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  <a:sym typeface="+mn-ea"/>
              </a:rPr>
              <a:t>3. </a:t>
            </a:r>
            <a:r>
              <a:rPr lang="zh-CN" altLang="en-US" sz="2800">
                <a:solidFill>
                  <a:schemeClr val="lt1"/>
                </a:solidFill>
                <a:effectLst>
                  <a:outerShdw blurRad="50800" dist="50800" dir="5400000" algn="t" rotWithShape="0">
                    <a:schemeClr val="accent2">
                      <a:lumMod val="50000"/>
                      <a:alpha val="75000"/>
                    </a:schemeClr>
                  </a:outerShdw>
                </a:effectLst>
                <a:latin typeface="方正大黑简体" panose="02000000000000000000" charset="-122"/>
                <a:ea typeface="方正大黑简体" panose="02000000000000000000" charset="-122"/>
                <a:cs typeface="方正大黑简体" panose="02000000000000000000" charset="-122"/>
                <a:sym typeface="+mn-ea"/>
              </a:rPr>
              <a:t>战略主线</a:t>
            </a:r>
            <a:endParaRPr lang="zh-CN" altLang="en-US" sz="2800">
              <a:solidFill>
                <a:schemeClr val="bg1"/>
              </a:solidFill>
              <a:effectLst>
                <a:outerShdw blurRad="50800" dist="50800" dir="5400000" algn="t" rotWithShape="0">
                  <a:schemeClr val="accent2">
                    <a:lumMod val="50000"/>
                    <a:alpha val="75000"/>
                  </a:schemeClr>
                </a:outerShdw>
              </a:effectLst>
              <a:latin typeface="方正大黑简体" panose="02000000000000000000" charset="-122"/>
              <a:ea typeface="方正大黑简体" panose="02000000000000000000" charset="-122"/>
              <a:cs typeface="方正大黑简体" panose="02000000000000000000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31570" y="1549400"/>
            <a:ext cx="480123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843C0B"/>
                </a:solidFill>
                <a:latin typeface="方正大黑简体" panose="02000000000000000000" charset="-122"/>
                <a:ea typeface="方正大黑简体" panose="02000000000000000000" charset="-122"/>
                <a:sym typeface="+mn-ea"/>
              </a:rPr>
              <a:t>立志：</a:t>
            </a:r>
            <a:br>
              <a:rPr lang="zh-CN" altLang="en-US" dirty="0">
                <a:solidFill>
                  <a:srgbClr val="843C0B"/>
                </a:solidFill>
                <a:latin typeface="方正大黑简体" panose="02000000000000000000" charset="-122"/>
                <a:ea typeface="方正大黑简体" panose="02000000000000000000" charset="-122"/>
                <a:sym typeface="+mn-ea"/>
              </a:rPr>
            </a:br>
            <a:r>
              <a:rPr lang="zh-CN" altLang="en-US" dirty="0">
                <a:solidFill>
                  <a:srgbClr val="843C0B"/>
                </a:solidFill>
                <a:latin typeface="方正大黑简体" panose="02000000000000000000" charset="-122"/>
                <a:ea typeface="方正大黑简体" panose="02000000000000000000" charset="-122"/>
                <a:sym typeface="+mn-ea"/>
              </a:rPr>
              <a:t>敢愿：</a:t>
            </a:r>
            <a:endParaRPr lang="zh-CN" altLang="en-US" dirty="0">
              <a:solidFill>
                <a:srgbClr val="843C0B"/>
              </a:solidFill>
              <a:latin typeface="方正黑体简体" panose="02000000000000000000" charset="-122"/>
              <a:ea typeface="方正黑体简体" panose="02000000000000000000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150870" y="128905"/>
            <a:ext cx="58902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>
                <a:gradFill>
                  <a:gsLst>
                    <a:gs pos="0">
                      <a:schemeClr val="accent4">
                        <a:lumMod val="75000"/>
                      </a:schemeClr>
                    </a:gs>
                    <a:gs pos="61000">
                      <a:srgbClr val="6F2A0E"/>
                    </a:gs>
                  </a:gsLst>
                  <a:lin ang="5700000" scaled="0"/>
                </a:gradFill>
                <a:latin typeface="方正大标宋简体" panose="02000000000000000000" charset="-122"/>
                <a:ea typeface="方正大标宋简体" panose="02000000000000000000" charset="-122"/>
              </a:rPr>
              <a:t>战略十年</a:t>
            </a:r>
            <a:endParaRPr lang="zh-CN" altLang="en-US" sz="4800">
              <a:gradFill>
                <a:gsLst>
                  <a:gs pos="0">
                    <a:schemeClr val="accent4">
                      <a:lumMod val="75000"/>
                    </a:schemeClr>
                  </a:gs>
                  <a:gs pos="61000">
                    <a:srgbClr val="6F2A0E"/>
                  </a:gs>
                </a:gsLst>
                <a:lin ang="5700000" scaled="0"/>
              </a:gradFill>
              <a:latin typeface="方正大标宋简体" panose="02000000000000000000" charset="-122"/>
              <a:ea typeface="方正大标宋简体" panose="020000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150870" y="142875"/>
            <a:ext cx="589026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gradFill>
                  <a:gsLst>
                    <a:gs pos="0">
                      <a:schemeClr val="accent4">
                        <a:lumMod val="75000"/>
                      </a:schemeClr>
                    </a:gs>
                    <a:gs pos="57000">
                      <a:srgbClr val="6F2A0E"/>
                    </a:gs>
                  </a:gsLst>
                  <a:lin ang="5700000" scaled="0"/>
                </a:gradFill>
                <a:latin typeface="方正大标宋简体" panose="02000000000000000000" charset="-122"/>
                <a:ea typeface="方正大标宋简体" panose="02000000000000000000" charset="-122"/>
              </a:rPr>
              <a:t>战略十年里程碑</a:t>
            </a:r>
            <a:endParaRPr lang="zh-CN" altLang="en-US" sz="4400" dirty="0">
              <a:gradFill>
                <a:gsLst>
                  <a:gs pos="0">
                    <a:schemeClr val="accent4">
                      <a:lumMod val="75000"/>
                    </a:schemeClr>
                  </a:gs>
                  <a:gs pos="57000">
                    <a:srgbClr val="6F2A0E"/>
                  </a:gs>
                </a:gsLst>
                <a:lin ang="5700000" scaled="0"/>
              </a:gradFill>
              <a:latin typeface="方正大标宋简体" panose="02000000000000000000" charset="-122"/>
              <a:ea typeface="方正大标宋简体" panose="02000000000000000000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52450" y="938530"/>
          <a:ext cx="11209020" cy="543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2255"/>
                <a:gridCol w="2802255"/>
                <a:gridCol w="2802255"/>
                <a:gridCol w="2802255"/>
              </a:tblGrid>
              <a:tr h="5353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 b="0">
                          <a:effectLst>
                            <a:outerShdw blurRad="50800" dist="50800" dir="5400000" algn="t" rotWithShape="0">
                              <a:schemeClr val="accent2">
                                <a:lumMod val="50000"/>
                                <a:alpha val="75000"/>
                              </a:schemeClr>
                            </a:outerShdw>
                          </a:effectLst>
                          <a:latin typeface="方正大黑简体" panose="02000000000000000000" charset="-122"/>
                          <a:ea typeface="方正大黑简体" panose="02000000000000000000" charset="-122"/>
                          <a:cs typeface="方正大黑简体" panose="02000000000000000000" charset="-122"/>
                        </a:rPr>
                        <a:t>生根</a:t>
                      </a:r>
                      <a:endParaRPr lang="zh-CN" altLang="en-US" sz="2800" b="0">
                        <a:effectLst>
                          <a:outerShdw blurRad="50800" dist="50800" dir="5400000" algn="t" rotWithShape="0">
                            <a:schemeClr val="accent2">
                              <a:lumMod val="50000"/>
                              <a:alpha val="75000"/>
                            </a:schemeClr>
                          </a:outerShdw>
                        </a:effectLst>
                        <a:latin typeface="方正大黑简体" panose="02000000000000000000" charset="-122"/>
                        <a:ea typeface="方正大黑简体" panose="02000000000000000000" charset="-122"/>
                        <a:cs typeface="方正大黑简体" panose="02000000000000000000" charset="-122"/>
                      </a:endParaRPr>
                    </a:p>
                  </a:txBody>
                  <a:tcPr anchor="ctr">
                    <a:lnL>
                      <a:noFill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822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 b="0">
                          <a:effectLst>
                            <a:outerShdw blurRad="50800" dist="50800" dir="5400000" algn="t" rotWithShape="0">
                              <a:schemeClr val="accent2">
                                <a:lumMod val="50000"/>
                                <a:alpha val="75000"/>
                              </a:schemeClr>
                            </a:outerShdw>
                          </a:effectLst>
                          <a:latin typeface="方正大黑简体" panose="02000000000000000000" charset="-122"/>
                          <a:ea typeface="方正大黑简体" panose="02000000000000000000" charset="-122"/>
                          <a:cs typeface="方正大黑简体" panose="02000000000000000000" charset="-122"/>
                        </a:rPr>
                        <a:t>发芽</a:t>
                      </a:r>
                      <a:endParaRPr lang="zh-CN" altLang="en-US" sz="2800" b="0">
                        <a:effectLst>
                          <a:outerShdw blurRad="50800" dist="50800" dir="5400000" algn="t" rotWithShape="0">
                            <a:schemeClr val="accent2">
                              <a:lumMod val="50000"/>
                              <a:alpha val="75000"/>
                            </a:schemeClr>
                          </a:outerShdw>
                        </a:effectLst>
                        <a:latin typeface="方正大黑简体" panose="02000000000000000000" charset="-122"/>
                        <a:ea typeface="方正大黑简体" panose="02000000000000000000" charset="-122"/>
                        <a:cs typeface="方正大黑简体" panose="02000000000000000000" charset="-122"/>
                      </a:endParaRPr>
                    </a:p>
                  </a:txBody>
                  <a:tcPr anchor="ctr">
                    <a:lnL w="28575">
                      <a:solidFill>
                        <a:srgbClr val="C18222"/>
                      </a:solidFill>
                      <a:prstDash val="solid"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822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 b="0">
                          <a:effectLst>
                            <a:outerShdw blurRad="50800" dist="50800" dir="5400000" algn="t" rotWithShape="0">
                              <a:schemeClr val="accent2">
                                <a:lumMod val="50000"/>
                                <a:alpha val="75000"/>
                              </a:schemeClr>
                            </a:outerShdw>
                          </a:effectLst>
                          <a:latin typeface="方正大黑简体" panose="02000000000000000000" charset="-122"/>
                          <a:ea typeface="方正大黑简体" panose="02000000000000000000" charset="-122"/>
                          <a:cs typeface="方正大黑简体" panose="02000000000000000000" charset="-122"/>
                        </a:rPr>
                        <a:t>开花</a:t>
                      </a:r>
                      <a:endParaRPr lang="zh-CN" altLang="en-US" sz="2800" b="0">
                        <a:effectLst>
                          <a:outerShdw blurRad="50800" dist="50800" dir="5400000" algn="t" rotWithShape="0">
                            <a:schemeClr val="accent2">
                              <a:lumMod val="50000"/>
                              <a:alpha val="75000"/>
                            </a:schemeClr>
                          </a:outerShdw>
                        </a:effectLst>
                        <a:latin typeface="方正大黑简体" panose="02000000000000000000" charset="-122"/>
                        <a:ea typeface="方正大黑简体" panose="02000000000000000000" charset="-122"/>
                        <a:cs typeface="方正大黑简体" panose="02000000000000000000" charset="-122"/>
                      </a:endParaRPr>
                    </a:p>
                  </a:txBody>
                  <a:tcPr anchor="ctr">
                    <a:lnL w="28575">
                      <a:solidFill>
                        <a:srgbClr val="C18222"/>
                      </a:solidFill>
                      <a:prstDash val="solid"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822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 b="0">
                          <a:effectLst>
                            <a:outerShdw blurRad="50800" dist="50800" dir="5400000" algn="t" rotWithShape="0">
                              <a:schemeClr val="accent2">
                                <a:lumMod val="50000"/>
                                <a:alpha val="75000"/>
                              </a:schemeClr>
                            </a:outerShdw>
                          </a:effectLst>
                          <a:latin typeface="方正大黑简体" panose="02000000000000000000" charset="-122"/>
                          <a:ea typeface="方正大黑简体" panose="02000000000000000000" charset="-122"/>
                          <a:cs typeface="方正大黑简体" panose="02000000000000000000" charset="-122"/>
                        </a:rPr>
                        <a:t>结果</a:t>
                      </a:r>
                      <a:endParaRPr lang="zh-CN" altLang="en-US" sz="2800" b="0">
                        <a:effectLst>
                          <a:outerShdw blurRad="50800" dist="50800" dir="5400000" algn="t" rotWithShape="0">
                            <a:schemeClr val="accent2">
                              <a:lumMod val="50000"/>
                              <a:alpha val="75000"/>
                            </a:schemeClr>
                          </a:outerShdw>
                        </a:effectLst>
                        <a:latin typeface="方正大黑简体" panose="02000000000000000000" charset="-122"/>
                        <a:ea typeface="方正大黑简体" panose="02000000000000000000" charset="-122"/>
                        <a:cs typeface="方正大黑简体" panose="02000000000000000000" charset="-122"/>
                      </a:endParaRPr>
                    </a:p>
                  </a:txBody>
                  <a:tcPr anchor="ctr">
                    <a:lnL w="28575">
                      <a:solidFill>
                        <a:srgbClr val="C1822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18222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方正大黑简体" panose="02000000000000000000" charset="-122"/>
                          <a:ea typeface="方正大黑简体" panose="02000000000000000000" charset="-122"/>
                        </a:rPr>
                        <a:t>2024-2027</a:t>
                      </a:r>
                      <a:endParaRPr lang="en-US" altLang="zh-CN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方正大黑简体" panose="02000000000000000000" charset="-122"/>
                        <a:ea typeface="方正大黑简体" panose="02000000000000000000" charset="-122"/>
                      </a:endParaRPr>
                    </a:p>
                  </a:txBody>
                  <a:tcPr>
                    <a:lnL>
                      <a:noFill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9026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方正大黑简体" panose="02000000000000000000" charset="-122"/>
                          <a:ea typeface="方正大黑简体" panose="02000000000000000000" charset="-122"/>
                          <a:sym typeface="+mn-ea"/>
                        </a:rPr>
                        <a:t>2027-2030</a:t>
                      </a:r>
                      <a:endParaRPr lang="zh-CN" altLang="en-US">
                        <a:latin typeface="方正大黑简体" panose="02000000000000000000" charset="-122"/>
                        <a:ea typeface="方正大黑简体" panose="02000000000000000000" charset="-122"/>
                      </a:endParaRPr>
                    </a:p>
                  </a:txBody>
                  <a:tcPr>
                    <a:lnL w="28575">
                      <a:solidFill>
                        <a:srgbClr val="C18222"/>
                      </a:solidFill>
                      <a:prstDash val="solid"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9026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方正大黑简体" panose="02000000000000000000" charset="-122"/>
                          <a:ea typeface="方正大黑简体" panose="02000000000000000000" charset="-122"/>
                          <a:sym typeface="+mn-ea"/>
                        </a:rPr>
                        <a:t>2030-2032</a:t>
                      </a:r>
                      <a:endParaRPr lang="zh-CN" altLang="en-US">
                        <a:latin typeface="方正大黑简体" panose="02000000000000000000" charset="-122"/>
                        <a:ea typeface="方正大黑简体" panose="02000000000000000000" charset="-122"/>
                      </a:endParaRPr>
                    </a:p>
                  </a:txBody>
                  <a:tcPr>
                    <a:lnL w="28575">
                      <a:solidFill>
                        <a:srgbClr val="C18222"/>
                      </a:solidFill>
                      <a:prstDash val="solid"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9026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方正大黑简体" panose="02000000000000000000" charset="-122"/>
                          <a:ea typeface="方正大黑简体" panose="02000000000000000000" charset="-122"/>
                          <a:sym typeface="+mn-ea"/>
                        </a:rPr>
                        <a:t>2032-2034</a:t>
                      </a:r>
                      <a:endParaRPr lang="zh-CN" altLang="en-US">
                        <a:latin typeface="方正大黑简体" panose="02000000000000000000" charset="-122"/>
                        <a:ea typeface="方正大黑简体" panose="02000000000000000000" charset="-122"/>
                      </a:endParaRPr>
                    </a:p>
                  </a:txBody>
                  <a:tcPr>
                    <a:lnL w="28575">
                      <a:solidFill>
                        <a:srgbClr val="C1822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9026"/>
                    </a:solidFill>
                  </a:tcPr>
                </a:tc>
              </a:tr>
              <a:tr h="45218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FDE6C8"/>
                        </a:gs>
                        <a:gs pos="16000">
                          <a:srgbClr val="FFFFFF"/>
                        </a:gs>
                        <a:gs pos="100000">
                          <a:srgbClr val="FFFFFF">
                            <a:alpha val="68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28575">
                      <a:solidFill>
                        <a:srgbClr val="C18222"/>
                      </a:solidFill>
                      <a:prstDash val="solid"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FDE6C8"/>
                        </a:gs>
                        <a:gs pos="16000">
                          <a:srgbClr val="FFFFFF"/>
                        </a:gs>
                        <a:gs pos="100000">
                          <a:srgbClr val="FFFFFF">
                            <a:alpha val="68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28575">
                      <a:solidFill>
                        <a:srgbClr val="C18222"/>
                      </a:solidFill>
                      <a:prstDash val="solid"/>
                    </a:lnL>
                    <a:lnR w="28575">
                      <a:solidFill>
                        <a:srgbClr val="C18222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FDE6C8"/>
                        </a:gs>
                        <a:gs pos="16000">
                          <a:srgbClr val="FFFFFF"/>
                        </a:gs>
                        <a:gs pos="100000">
                          <a:srgbClr val="FFFFFF">
                            <a:alpha val="68000"/>
                          </a:srgb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28575">
                      <a:solidFill>
                        <a:srgbClr val="C18222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FDE6C8"/>
                        </a:gs>
                        <a:gs pos="16000">
                          <a:srgbClr val="FFFFFF"/>
                        </a:gs>
                        <a:gs pos="100000">
                          <a:srgbClr val="FFFFFF">
                            <a:alpha val="68000"/>
                          </a:srgbClr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5" name="圆角矩形 4"/>
          <p:cNvSpPr/>
          <p:nvPr/>
        </p:nvSpPr>
        <p:spPr>
          <a:xfrm>
            <a:off x="541020" y="937895"/>
            <a:ext cx="11229340" cy="5436870"/>
          </a:xfrm>
          <a:prstGeom prst="roundRect">
            <a:avLst>
              <a:gd name="adj" fmla="val 1634"/>
            </a:avLst>
          </a:prstGeom>
          <a:noFill/>
          <a:ln w="38100" cap="flat" cmpd="sng">
            <a:solidFill>
              <a:srgbClr val="C18222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11*446"/>
  <p:tag name="TABLE_ENDDRAG_RECT" val="74*76*811*446"/>
  <p:tag name="KSO_WM_BEAUTIFY_FLAG" val=""/>
  <p:tag name="KSO_WM_UNIT_TABLE_BEAUTIFY" val="smartTable{b988edae-089e-4723-8a4b-05ab4c11ab36}"/>
</p:tagLst>
</file>

<file path=ppt/tags/tag2.xml><?xml version="1.0" encoding="utf-8"?>
<p:tagLst xmlns:p="http://schemas.openxmlformats.org/presentationml/2006/main">
  <p:tag name="TABLE_ENDDRAG_ORIGIN_RECT" val="882*433"/>
  <p:tag name="TABLE_ENDDRAG_RECT" val="43*73*882*433"/>
  <p:tag name="KSO_WM_BEAUTIFY_FLAG" val=""/>
  <p:tag name="KSO_WM_UNIT_TABLE_BEAUTIFY" val="smartTable{0cebffc6-2e20-4ea5-8b58-8cb777452d6e}"/>
</p:tagLst>
</file>

<file path=ppt/tags/tag3.xml><?xml version="1.0" encoding="utf-8"?>
<p:tagLst xmlns:p="http://schemas.openxmlformats.org/presentationml/2006/main">
  <p:tag name="COMMONDATA" val="eyJoZGlkIjoiMjIxOWNhNzI2NDFlNDYyNDc5Y2QyNTU1MWE2NDAzYmEifQ=="/>
  <p:tag name="commondata" val="eyJoZGlkIjoiODg2MTExNjE1N2Q4MTIwNDMxZDBkOTJmMmY0ZmViY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WPS 演示</Application>
  <PresentationFormat>宽屏</PresentationFormat>
  <Paragraphs>33</Paragraphs>
  <Slides>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方正大黑简体</vt:lpstr>
      <vt:lpstr>方正黑体简体</vt:lpstr>
      <vt:lpstr>方正大标宋简体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Eileen H</dc:creator>
  <cp:lastModifiedBy>悦迪Amanda</cp:lastModifiedBy>
  <cp:revision>130</cp:revision>
  <dcterms:created xsi:type="dcterms:W3CDTF">2025-12-03T04:54:06Z</dcterms:created>
  <dcterms:modified xsi:type="dcterms:W3CDTF">2025-12-03T04:54:06Z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D8D2FEEFDB0743D9B4916D3836C0FF80_12</vt:lpwstr>
  </property>
</Properties>
</file>