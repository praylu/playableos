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99" r:id="rId3"/>
    <p:sldId id="309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0" clrIdx="0"/>
  <p:cmAuthor id="2" name="作者" initials="作" lastIdx="0" clrIdx="1"/>
  <p:cmAuthor id="3" name="pengbo" initials="p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</p:showPr>
  <p:clrMru>
    <a:srgbClr val="07469E"/>
    <a:srgbClr val="833E1C"/>
    <a:srgbClr val="DC4A24"/>
    <a:srgbClr val="F7B794"/>
    <a:srgbClr val="88C5FE"/>
    <a:srgbClr val="D36704"/>
    <a:srgbClr val="D57200"/>
    <a:srgbClr val="BE5F00"/>
    <a:srgbClr val="E76D23"/>
    <a:srgbClr val="F683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69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/Users/jinhongbo/Desktop/润泽园 工作/2025-12🈷️/1225-个人战略四宫格/四宫格16-9.png四宫格16-9"/>
          <p:cNvPicPr>
            <a:picLocks noChangeAspect="1"/>
          </p:cNvPicPr>
          <p:nvPr/>
        </p:nvPicPr>
        <p:blipFill>
          <a:blip r:embed="rId1"/>
          <a:srcRect t="31" b="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25385" y="566420"/>
            <a:ext cx="15633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姓名</a:t>
            </a:r>
            <a:r>
              <a:rPr lang="en-US" altLang="zh-CN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_______</a:t>
            </a:r>
            <a:endParaRPr lang="en-US" altLang="zh-CN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497820" y="566420"/>
            <a:ext cx="10166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第</a:t>
            </a:r>
            <a:r>
              <a:rPr lang="en-US" altLang="zh-CN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__</a:t>
            </a:r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版</a:t>
            </a:r>
            <a:endParaRPr lang="zh-CN" altLang="en-US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966835" y="566420"/>
            <a:ext cx="14782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日期</a:t>
            </a:r>
            <a:r>
              <a:rPr lang="en-US" altLang="zh-CN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_______</a:t>
            </a:r>
            <a:endParaRPr lang="en-US" altLang="zh-CN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/Users/jinhongbo/Desktop/润泽园 工作/2025-12🈷️/1225-个人战略四宫格/四宫格16-9.png四宫格16-9"/>
          <p:cNvPicPr>
            <a:picLocks noChangeAspect="1"/>
          </p:cNvPicPr>
          <p:nvPr/>
        </p:nvPicPr>
        <p:blipFill>
          <a:blip r:embed="rId1"/>
          <a:srcRect t="31" b="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83870" y="1514475"/>
            <a:ext cx="5095875" cy="1914525"/>
          </a:xfrm>
          <a:prstGeom prst="rect">
            <a:avLst/>
          </a:prstGeom>
          <a:noFill/>
        </p:spPr>
        <p:txBody>
          <a:bodyPr wrap="square" rtlCol="0" anchor="t" anchorCtr="0"/>
          <a:p>
            <a:pPr lvl="0" algn="just"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理想画面：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just">
              <a:buClrTx/>
              <a:buSzTx/>
              <a:buFontTx/>
            </a:pP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just">
              <a:buClrTx/>
              <a:buSzTx/>
              <a:buFontTx/>
            </a:pP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just"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人生信念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</a:t>
            </a: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高认知：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383655" y="1514475"/>
            <a:ext cx="5095875" cy="1914525"/>
          </a:xfrm>
          <a:prstGeom prst="rect">
            <a:avLst/>
          </a:prstGeom>
          <a:noFill/>
        </p:spPr>
        <p:txBody>
          <a:bodyPr wrap="square" rtlCol="0" anchor="t" anchorCtr="0"/>
          <a:p>
            <a:pPr lvl="0" algn="just"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方正黑体简体" panose="02000000000000000000" charset="-122"/>
                <a:sym typeface="+mn-ea"/>
              </a:rPr>
              <a:t>战略主线：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方正黑体简体" panose="02000000000000000000" charset="-122"/>
              <a:sym typeface="+mn-ea"/>
            </a:endParaRPr>
          </a:p>
          <a:p>
            <a:pPr lvl="0" algn="just">
              <a:buClrTx/>
              <a:buSzTx/>
              <a:buFontTx/>
            </a:pP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方正黑体简体" panose="02000000000000000000" charset="-122"/>
              <a:sym typeface="+mn-ea"/>
            </a:endParaRPr>
          </a:p>
          <a:p>
            <a:pPr lvl="0" algn="just">
              <a:buClrTx/>
              <a:buSzTx/>
              <a:buFontTx/>
            </a:pP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方正黑体简体" panose="02000000000000000000" charset="-122"/>
              <a:sym typeface="+mn-ea"/>
            </a:endParaRPr>
          </a:p>
          <a:p>
            <a:pPr lvl="0" algn="just"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方正黑体简体" panose="02000000000000000000" charset="-122"/>
                <a:sym typeface="+mn-ea"/>
              </a:rPr>
              <a:t>里程碑：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方正黑体简体" panose="02000000000000000000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483870" y="4262755"/>
            <a:ext cx="5095875" cy="2043430"/>
          </a:xfrm>
          <a:prstGeom prst="rect">
            <a:avLst/>
          </a:prstGeom>
          <a:noFill/>
        </p:spPr>
        <p:txBody>
          <a:bodyPr wrap="square" rtlCol="0" anchor="t" anchorCtr="0"/>
          <a:p>
            <a:pPr lvl="0" algn="just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方正黑体简体" panose="02000000000000000000" charset="-122"/>
                <a:sym typeface="+mn-ea"/>
              </a:rPr>
              <a:t>心上用功：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方正黑体简体" panose="02000000000000000000" charset="-122"/>
              <a:sym typeface="+mn-ea"/>
            </a:endParaRPr>
          </a:p>
          <a:p>
            <a:pPr lvl="0" algn="just">
              <a:lnSpc>
                <a:spcPct val="90000"/>
              </a:lnSpc>
              <a:buClrTx/>
              <a:buSzTx/>
              <a:buFontTx/>
            </a:pP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方正黑体简体" panose="02000000000000000000" charset="-122"/>
              <a:sym typeface="+mn-ea"/>
            </a:endParaRPr>
          </a:p>
          <a:p>
            <a:pPr lvl="0" algn="just">
              <a:lnSpc>
                <a:spcPct val="90000"/>
              </a:lnSpc>
              <a:buClrTx/>
              <a:buSzTx/>
              <a:buFontTx/>
            </a:pP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方正黑体简体" panose="02000000000000000000" charset="-122"/>
              <a:sym typeface="+mn-ea"/>
            </a:endParaRPr>
          </a:p>
          <a:p>
            <a:pPr lvl="0" algn="just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方正黑体简体" panose="02000000000000000000" charset="-122"/>
                <a:sym typeface="+mn-ea"/>
              </a:rPr>
              <a:t>事上磨炼：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方正黑体简体" panose="02000000000000000000" charset="-122"/>
              <a:sym typeface="+mn-ea"/>
            </a:endParaRPr>
          </a:p>
          <a:p>
            <a:pPr lvl="0" algn="just">
              <a:lnSpc>
                <a:spcPct val="90000"/>
              </a:lnSpc>
              <a:buClrTx/>
              <a:buSzTx/>
              <a:buFontTx/>
            </a:pP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方正黑体简体" panose="02000000000000000000" charset="-122"/>
              <a:sym typeface="+mn-ea"/>
            </a:endParaRPr>
          </a:p>
          <a:p>
            <a:pPr lvl="0" algn="just">
              <a:lnSpc>
                <a:spcPct val="90000"/>
              </a:lnSpc>
              <a:buClrTx/>
              <a:buSzTx/>
              <a:buFontTx/>
            </a:pP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方正黑体简体" panose="02000000000000000000" charset="-122"/>
              <a:sym typeface="+mn-ea"/>
            </a:endParaRPr>
          </a:p>
          <a:p>
            <a:pPr lvl="0" algn="just">
              <a:lnSpc>
                <a:spcPct val="90000"/>
              </a:lnSpc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方正黑体简体" panose="02000000000000000000" charset="-122"/>
                <a:sym typeface="+mn-ea"/>
              </a:rPr>
              <a:t>第一步：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方正黑体简体" panose="020000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6383655" y="4391660"/>
            <a:ext cx="5095875" cy="1914525"/>
          </a:xfrm>
          <a:prstGeom prst="rect">
            <a:avLst/>
          </a:prstGeom>
          <a:noFill/>
        </p:spPr>
        <p:txBody>
          <a:bodyPr wrap="square" rtlCol="0" anchor="t" anchorCtr="0"/>
          <a:p>
            <a:pPr lvl="0" algn="just"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方正黑体简体" panose="02000000000000000000" charset="-122"/>
                <a:sym typeface="+mn-ea"/>
              </a:rPr>
              <a:t>现有善缘：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方正黑体简体" panose="02000000000000000000" charset="-122"/>
              <a:sym typeface="+mn-ea"/>
            </a:endParaRPr>
          </a:p>
          <a:p>
            <a:pPr lvl="0" algn="just">
              <a:buClrTx/>
              <a:buSzTx/>
              <a:buFontTx/>
            </a:pP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方正黑体简体" panose="02000000000000000000" charset="-122"/>
              <a:sym typeface="+mn-ea"/>
            </a:endParaRPr>
          </a:p>
          <a:p>
            <a:pPr lvl="0" algn="just">
              <a:buClrTx/>
              <a:buSzTx/>
              <a:buFontTx/>
            </a:pP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方正黑体简体" panose="02000000000000000000" charset="-122"/>
              <a:sym typeface="+mn-ea"/>
            </a:endParaRPr>
          </a:p>
          <a:p>
            <a:pPr lvl="0" algn="just">
              <a:buClrTx/>
              <a:buSzTx/>
              <a:buFontTx/>
            </a:pP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方正黑体简体" panose="02000000000000000000" charset="-122"/>
                <a:sym typeface="+mn-ea"/>
              </a:rPr>
              <a:t>潜在助缘：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  <a:cs typeface="方正黑体简体" panose="02000000000000000000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25385" y="566420"/>
            <a:ext cx="15633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姓名</a:t>
            </a:r>
            <a:r>
              <a:rPr lang="en-US" altLang="zh-CN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_______</a:t>
            </a:r>
            <a:endParaRPr lang="en-US" altLang="zh-CN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497820" y="566420"/>
            <a:ext cx="10166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第</a:t>
            </a:r>
            <a:r>
              <a:rPr lang="en-US" altLang="zh-CN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__</a:t>
            </a:r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版</a:t>
            </a:r>
            <a:endParaRPr lang="zh-CN" altLang="en-US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966835" y="566420"/>
            <a:ext cx="14782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日期</a:t>
            </a:r>
            <a:r>
              <a:rPr lang="en-US" altLang="zh-CN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_______</a:t>
            </a:r>
            <a:endParaRPr lang="en-US" altLang="zh-CN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DIAGRAM_VIRTUALLY_FRAME" val="{&quot;height&quot;:413.15,&quot;left&quot;:40.6,&quot;top&quot;:98.3,&quot;width&quot;:877.7}"/>
</p:tagLst>
</file>

<file path=ppt/tags/tag65.xml><?xml version="1.0" encoding="utf-8"?>
<p:tagLst xmlns:p="http://schemas.openxmlformats.org/presentationml/2006/main">
  <p:tag name="KSO_WM_DIAGRAM_VIRTUALLY_FRAME" val="{&quot;height&quot;:413.15,&quot;left&quot;:40.6,&quot;top&quot;:98.3,&quot;width&quot;:877.7}"/>
</p:tagLst>
</file>

<file path=ppt/tags/tag66.xml><?xml version="1.0" encoding="utf-8"?>
<p:tagLst xmlns:p="http://schemas.openxmlformats.org/presentationml/2006/main">
  <p:tag name="KSO_WM_DIAGRAM_VIRTUALLY_FRAME" val="{&quot;height&quot;:413.15,&quot;left&quot;:40.6,&quot;top&quot;:98.3,&quot;width&quot;:877.7}"/>
</p:tagLst>
</file>

<file path=ppt/tags/tag67.xml><?xml version="1.0" encoding="utf-8"?>
<p:tagLst xmlns:p="http://schemas.openxmlformats.org/presentationml/2006/main">
  <p:tag name="KSO_WM_DIAGRAM_VIRTUALLY_FRAME" val="{&quot;height&quot;:413.15,&quot;left&quot;:40.6,&quot;top&quot;:98.3,&quot;width&quot;:877.7}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commondata" val="eyJoZGlkIjoiZjEyYTkwZmM3NzVjYTg3ZDUxNjlhMzk1ZTc1Y2E0Yzg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WPS 表格</Application>
  <PresentationFormat>宽屏</PresentationFormat>
  <Paragraphs>35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黑体</vt:lpstr>
      <vt:lpstr>汉仪中黑KW</vt:lpstr>
      <vt:lpstr>方正黑体简体</vt:lpstr>
      <vt:lpstr>汉仪书宋二KW</vt:lpstr>
      <vt:lpstr>微软雅黑</vt:lpstr>
      <vt:lpstr>汉仪旗黑</vt:lpstr>
      <vt:lpstr>宋体</vt:lpstr>
      <vt:lpstr>Arial Unicode MS</vt:lpstr>
      <vt:lpstr>苹方-简</vt:lpstr>
      <vt:lpstr>黑体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悦迪Amanda</cp:lastModifiedBy>
  <cp:revision>31</cp:revision>
  <dcterms:created xsi:type="dcterms:W3CDTF">2026-03-19T02:33:08Z</dcterms:created>
  <dcterms:modified xsi:type="dcterms:W3CDTF">2026-03-19T02:33:08Z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940F178F66CB80DC6460BB69806F63D1_43</vt:lpwstr>
  </property>
</Properties>
</file>