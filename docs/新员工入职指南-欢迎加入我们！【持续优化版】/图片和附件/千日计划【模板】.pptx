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0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2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E2EC"/>
    <a:srgbClr val="870000"/>
    <a:srgbClr val="990000"/>
    <a:srgbClr val="B2B2B2"/>
    <a:srgbClr val="202020"/>
    <a:srgbClr val="323232"/>
    <a:srgbClr val="CC3300"/>
    <a:srgbClr val="CC0000"/>
    <a:srgbClr val="FF33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512"/>
        <p:guide pos="38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4902200" y="556895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4800">
                <a:solidFill>
                  <a:srgbClr val="870000"/>
                </a:solidFill>
                <a:latin typeface="方正大标宋简体" panose="02000000000000000000" charset="-122"/>
                <a:ea typeface="方正大标宋简体" panose="02000000000000000000" charset="-122"/>
              </a:rPr>
              <a:t>千日计划</a:t>
            </a:r>
            <a:endParaRPr lang="zh-CN" altLang="en-US" sz="4800">
              <a:solidFill>
                <a:srgbClr val="870000"/>
              </a:solidFill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18920" y="1573530"/>
            <a:ext cx="9060815" cy="4322445"/>
          </a:xfrm>
          <a:prstGeom prst="rect">
            <a:avLst/>
          </a:prstGeom>
          <a:solidFill>
            <a:schemeClr val="bg1">
              <a:alpha val="38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087110" y="1573530"/>
            <a:ext cx="0" cy="43211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7" idx="1"/>
            <a:endCxn id="7" idx="3"/>
          </p:cNvCxnSpPr>
          <p:nvPr/>
        </p:nvCxnSpPr>
        <p:spPr>
          <a:xfrm>
            <a:off x="1518920" y="3735070"/>
            <a:ext cx="9060815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034348" y="178244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>
                <a:solidFill>
                  <a:schemeClr val="accent5">
                    <a:lumMod val="50000"/>
                  </a:schemeClr>
                </a:solidFill>
                <a:latin typeface="方正大黑简体" panose="02000000000000000000" charset="-122"/>
                <a:ea typeface="方正大黑简体" panose="02000000000000000000" charset="-122"/>
              </a:rPr>
              <a:t>千日画面</a:t>
            </a:r>
            <a:endParaRPr lang="zh-CN" altLang="en-US" sz="2800">
              <a:solidFill>
                <a:schemeClr val="accent5">
                  <a:lumMod val="50000"/>
                </a:schemeClr>
              </a:solidFill>
              <a:latin typeface="方正大黑简体" panose="02000000000000000000" charset="-122"/>
              <a:ea typeface="方正大黑简体" panose="020000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49808" y="1779270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>
                <a:solidFill>
                  <a:schemeClr val="accent5">
                    <a:lumMod val="50000"/>
                  </a:schemeClr>
                </a:solidFill>
                <a:latin typeface="方正大黑简体" panose="02000000000000000000" charset="-122"/>
                <a:ea typeface="方正大黑简体" panose="02000000000000000000" charset="-122"/>
              </a:rPr>
              <a:t>千日</a:t>
            </a: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  <a:latin typeface="方正大黑简体" panose="02000000000000000000" charset="-122"/>
                <a:ea typeface="方正大黑简体" panose="02000000000000000000" charset="-122"/>
              </a:rPr>
              <a:t>里程碑</a:t>
            </a:r>
            <a:endParaRPr lang="zh-CN" altLang="en-US" sz="2800">
              <a:solidFill>
                <a:schemeClr val="accent5">
                  <a:lumMod val="50000"/>
                </a:schemeClr>
              </a:solidFill>
              <a:latin typeface="方正大黑简体" panose="02000000000000000000" charset="-122"/>
              <a:ea typeface="方正大黑简体" panose="020000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34348" y="398843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>
                <a:solidFill>
                  <a:schemeClr val="accent5">
                    <a:lumMod val="50000"/>
                  </a:schemeClr>
                </a:solidFill>
                <a:latin typeface="方正大黑简体" panose="02000000000000000000" charset="-122"/>
                <a:ea typeface="方正大黑简体" panose="02000000000000000000" charset="-122"/>
              </a:rPr>
              <a:t>保障机制</a:t>
            </a:r>
            <a:endParaRPr lang="zh-CN" altLang="en-US" sz="2800">
              <a:solidFill>
                <a:schemeClr val="accent5">
                  <a:lumMod val="50000"/>
                </a:schemeClr>
              </a:solidFill>
              <a:latin typeface="方正大黑简体" panose="02000000000000000000" charset="-122"/>
              <a:ea typeface="方正大黑简体" panose="020000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27608" y="3988435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>
                <a:solidFill>
                  <a:schemeClr val="accent5">
                    <a:lumMod val="50000"/>
                  </a:schemeClr>
                </a:solidFill>
                <a:latin typeface="方正大黑简体" panose="02000000000000000000" charset="-122"/>
                <a:ea typeface="方正大黑简体" panose="02000000000000000000" charset="-122"/>
              </a:rPr>
              <a:t>百日行动</a:t>
            </a:r>
            <a:endParaRPr lang="zh-CN" altLang="en-US" sz="2800">
              <a:solidFill>
                <a:schemeClr val="accent5">
                  <a:lumMod val="50000"/>
                </a:schemeClr>
              </a:solidFill>
              <a:latin typeface="方正大黑简体" panose="02000000000000000000" charset="-122"/>
              <a:ea typeface="方正大黑简体" panose="020000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宽屏</PresentationFormat>
  <Paragraphs>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方正大标宋简体</vt:lpstr>
      <vt:lpstr>方正大黑简体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悦迪Amanda</cp:lastModifiedBy>
  <cp:revision>15</cp:revision>
  <dcterms:created xsi:type="dcterms:W3CDTF">2025-05-27T06:04:06Z</dcterms:created>
  <dcterms:modified xsi:type="dcterms:W3CDTF">2025-05-27T06:04:06Z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ICV">
    <vt:lpwstr>4CDB13ADF0CBAD0A3E7833642C4AFD87_43</vt:lpwstr>
  </property>
</Properties>
</file>